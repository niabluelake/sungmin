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3A4D0-996F-488C-9A8E-FA694493F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4BA98CC-003F-4430-810B-9DBE4B1963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22F58E-FB28-47B7-B762-8BA8D2002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8952-F9B8-41F2-B3D1-9F74FFD991F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8D18B7-0A61-4E52-878A-65A4FC6D7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ED1103-EAFD-460D-95FC-BCFFFEB76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B137-9083-4ED6-81BC-59C3BFEB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062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2F8B7B-6548-4F52-83D2-F79D9DD18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B40A8D-1574-445A-ABFD-7950B5EFE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AB9FC8-0BFF-45BC-9C6F-44B724F49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8952-F9B8-41F2-B3D1-9F74FFD991F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1738F6-8F5E-496F-93D1-8DE70C8A7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D48CED-25B4-42E3-9C5F-1DB0FA46E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B137-9083-4ED6-81BC-59C3BFEB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950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5AFB2F-7C8F-46B0-9017-45FB1196D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C481C2-E828-4D96-9620-E125A53D4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8F54E8-2367-478A-8FA9-C305C755F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8952-F9B8-41F2-B3D1-9F74FFD991F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1B425E-A07C-4F04-A084-374B5C94F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6C261F-5804-4152-91F7-29DEAACF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B137-9083-4ED6-81BC-59C3BFEB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000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19261E-C85F-4A4B-A705-7081EC0EE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C029EC-3B3B-4088-A01A-F4DE1BBA44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FB88AA-A495-4DAF-8FA7-E148E7C8F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1DC337-2905-4774-A8BC-E31A770B2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8952-F9B8-41F2-B3D1-9F74FFD991F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69B37A-CDE8-43A4-B06F-F3698E9F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4EDB6C-99E1-42A6-9111-58ED4A30E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B137-9083-4ED6-81BC-59C3BFEB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494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D57AA-F417-4A73-8BB3-071914F17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A7D8B4-C12E-408F-937C-FBA1E4E12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C65A3A-91D7-4F0F-B49A-99C142BA8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3559019-E1CD-4162-8928-6818E8592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ABE28BD-22C9-49A7-934E-7E530EF3FA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83473C1-7A69-497A-A478-A49D3824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8952-F9B8-41F2-B3D1-9F74FFD991F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1FF6838-DD86-4C35-9944-938C8C4B2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B1AEE33-3233-4DB1-9F69-7E37545ED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B137-9083-4ED6-81BC-59C3BFEB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952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48EB09-C853-4D9A-83E1-05EBB1FD2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65A525-3590-4A8E-87D3-F746C2754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8952-F9B8-41F2-B3D1-9F74FFD991F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FEF7659-9797-4F33-A5D8-BF4768B2D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F6FF287-68A1-4D97-A7E4-C98D7F3C8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B137-9083-4ED6-81BC-59C3BFEB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446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342624-39E5-49CD-A5EF-0709C5716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8952-F9B8-41F2-B3D1-9F74FFD991F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8C9CE69-1A69-454B-8ECC-5B839750A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0B0108-A5C5-4DBB-A1DA-E954EB3A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B137-9083-4ED6-81BC-59C3BFEB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149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423951-8D42-448E-B6B6-B5B35E172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168BFB-7263-4E5B-B2CB-AC312B395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7FC9A4-B895-47C7-A87C-772BA03A1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F00D7D-41F4-4813-93CF-9581ACEE6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8952-F9B8-41F2-B3D1-9F74FFD991F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3C03A9-9AAA-43D2-B2D1-18E6AAD26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8DD8DB-0316-4575-9CFF-556C4EA67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B137-9083-4ED6-81BC-59C3BFEB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689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9C50CE-2AF6-4462-B615-112ED390C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D1E1111-7991-4E8E-AF79-C1E27AB8C1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609741-B00D-4D80-9021-6A20C0F5C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3C43CA-84C4-473C-B037-9813F3550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8952-F9B8-41F2-B3D1-9F74FFD991F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6359C9-8E50-49EA-831D-3871D44C6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85A9F2-D662-4713-8285-4EF13B7F6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B137-9083-4ED6-81BC-59C3BFEB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551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FC4A1E-3EF8-48F8-BE41-5BE538B0F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79594A-9C1A-435E-BFFB-D0AA58DAF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413A0-2B8D-439D-AFF4-1595C9765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8952-F9B8-41F2-B3D1-9F74FFD991F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5217F5-FF62-487C-A99D-5BC702F14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A78B71-B777-49A3-9FBF-CF5955F48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B137-9083-4ED6-81BC-59C3BFEB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7639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8B43F97-84E0-481A-AEA3-A976D0451D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E6FC88-01AE-4D20-B571-A98D61978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866C83-555C-4135-9A48-45CF2F823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48952-F9B8-41F2-B3D1-9F74FFD991F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9042C3-EBB3-49B0-BA06-5A44514EF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F268BE-A897-4EF3-A373-FDC80D67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3B137-9083-4ED6-81BC-59C3BFEB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080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65F346C-B3FD-407E-A7DF-1875AA7F0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7FD4BF-7F34-4A0F-914B-E5193EAF2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7C4B74-3AC2-46AB-A540-87320A49D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48952-F9B8-41F2-B3D1-9F74FFD991FE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EEDF30-CFBB-42A8-A6AD-5A656369A5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D34706-C570-4F45-A415-96BBDF3A5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43B137-9083-4ED6-81BC-59C3BFEB3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268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3164E4F-459A-4D57-AA4C-00B19C9F9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4"/>
            <a:ext cx="12192000" cy="683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819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B668974-3D0B-4627-8EAE-46938B495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8" y="13811"/>
            <a:ext cx="12165123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442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D792234-9132-4FA0-9054-E7D8453C7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" y="9047"/>
            <a:ext cx="12174649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408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A0ABD8-017F-4098-9929-9D094EFCF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A58A3F-4E20-41D2-8ACA-4CCF515AA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5DFEB68-72F0-4ECA-8476-4CD627394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" y="13811"/>
            <a:ext cx="12174649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524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AA7BAD5-6A63-405F-8E84-D32A8F995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" y="23336"/>
            <a:ext cx="12174649" cy="683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65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4B9599E-CB39-40C0-80DF-2348F4BE7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" y="4284"/>
            <a:ext cx="12174649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782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403_26</dc:creator>
  <cp:lastModifiedBy>403_26</cp:lastModifiedBy>
  <cp:revision>1</cp:revision>
  <dcterms:created xsi:type="dcterms:W3CDTF">2026-03-16T03:57:56Z</dcterms:created>
  <dcterms:modified xsi:type="dcterms:W3CDTF">2026-03-16T03:58:16Z</dcterms:modified>
</cp:coreProperties>
</file>