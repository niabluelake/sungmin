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ca18fd5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ca18fd5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7ca18fd52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7ca18fd52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7ca18fd52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7ca18fd52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7ca18fd52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7ca18fd52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434191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400">
                <a:solidFill>
                  <a:schemeClr val="lt1"/>
                </a:solidFill>
              </a:rPr>
              <a:t>생성형 AI 기반 영양소 섭취 패턴 분석을 통한 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400">
                <a:solidFill>
                  <a:schemeClr val="lt1"/>
                </a:solidFill>
              </a:rPr>
              <a:t>만성질환 위험도 예측 및 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400">
                <a:solidFill>
                  <a:schemeClr val="lt1"/>
                </a:solidFill>
              </a:rPr>
              <a:t>연령별 맞춤형 식습관 개선 가이드 제안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8279400" y="3883525"/>
            <a:ext cx="552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성민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53050" y="36925"/>
            <a:ext cx="1587600" cy="3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</a:rPr>
              <a:t>기획의도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112100" y="1616925"/>
            <a:ext cx="6581100" cy="8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0000"/>
                </a:solidFill>
              </a:rPr>
              <a:t>현대인은 식사와 관련된 여러 요인에서 영양불균형에 의한 만성질환 같은 문제에 직면하게 됨.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0000"/>
                </a:solidFill>
              </a:rPr>
              <a:t>그럼에도 자신이 얼마나 섭취하는지 조차 인지하지 못하는 경우가 대다수.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488" y="746950"/>
            <a:ext cx="6397349" cy="77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938" y="2623638"/>
            <a:ext cx="69818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9200" y="3445725"/>
            <a:ext cx="15525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112113" y="3748400"/>
            <a:ext cx="6397500" cy="9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</a:rPr>
              <a:t>이러한 경우 한가지 병 뿐만 아니라 여러 합병증을 일으킬수도 있으며, 잘못된 지표를 잡고 개인적으로 해결하고자 한다면 효율적으로 문제를 해결하기 힘든 상황이 생김.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</a:rPr>
              <a:t>오히려 방치를 하다 심각한 문제로 이어지기도 함.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3050" y="36925"/>
            <a:ext cx="1587600" cy="3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</a:rPr>
              <a:t>기획의도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1112100" y="1963925"/>
            <a:ext cx="6397500" cy="4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</a:rPr>
              <a:t>하지만, 현대인이 홀로 관리하기엔 이것은 생각보다 더 까다로운 개념이다. 위의 경우처럼 단순한 콜레스테롤 상승이 주는 증상이 아닌, 여러 요소가 만들어내는 증상이기 때문.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1112113" y="2828900"/>
            <a:ext cx="6397500" cy="11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</a:rPr>
              <a:t>이러한 이유로 현대인들은 만성질환 홀로 판단하고 해결하기 힘듦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</a:rPr>
              <a:t>전문 지식을 가진 의사를 만나는 경우 이미 시기를 놓치는 상황이되기도 함,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</a:rPr>
              <a:t>현대인에게는 쉽게 만성질환을 관리할 수단이 필요함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950" y="686575"/>
            <a:ext cx="5819800" cy="85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7813" y="1402575"/>
            <a:ext cx="2371725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53050" y="36925"/>
            <a:ext cx="15876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</a:rPr>
              <a:t>개발목표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036375" y="731600"/>
            <a:ext cx="2770200" cy="679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권장 섭취량 기준 데이터 내의 식습관 특성 정하기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5166513" y="694650"/>
            <a:ext cx="2956800" cy="679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K-Means</a:t>
            </a:r>
            <a:r>
              <a:rPr lang="ko"/>
              <a:t>를 활용한 식습관 그룹화</a:t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1036375" y="2697375"/>
            <a:ext cx="2770200" cy="679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각 그룹의 특성 분석</a:t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5166513" y="2726950"/>
            <a:ext cx="2956800" cy="679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객관적 시각화 서비스 제공</a:t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1131925" y="1441050"/>
            <a:ext cx="25791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</a:rPr>
              <a:t>당, 지방, 나트륨 등을 권장 섭취량 대비 비율로 </a:t>
            </a:r>
            <a:r>
              <a:rPr lang="ko">
                <a:solidFill>
                  <a:schemeClr val="lt1"/>
                </a:solidFill>
              </a:rPr>
              <a:t>feature vector 생성 후 결측치 및 이상치를 처리.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5355375" y="1500200"/>
            <a:ext cx="25791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</a:rPr>
              <a:t>유사한 영양소 섭취 패턴을 가진 사용자를 그룹으로 제작. 식습관에 따른 차이점과 공통점을 비지도 학습.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1131925" y="3532500"/>
            <a:ext cx="25791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</a:rPr>
              <a:t>각 군집의 평균 영양소 섭취 패턴 비교, 고지방형, 고당형, 고나트륨형, 건강형 등으로 유형 해석.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5355375" y="3502925"/>
            <a:ext cx="25791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</a:rPr>
              <a:t>자신이 속한 그룹의 위치를 제공하여 직관적으로 해결할수 있는 지표를 제공.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53050" y="36925"/>
            <a:ext cx="1824000" cy="3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</a:rPr>
              <a:t>개발</a:t>
            </a:r>
            <a:r>
              <a:rPr lang="ko">
                <a:solidFill>
                  <a:schemeClr val="lt1"/>
                </a:solidFill>
              </a:rPr>
              <a:t>스케줄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5200"/>
            <a:ext cx="8839203" cy="18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